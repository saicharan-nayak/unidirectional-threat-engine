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87A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2004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E387A"/>
                </a:solidFill>
              </a:defRPr>
            </a:pPr>
            <a:r>
              <a:t>SMART INDIA</a:t>
            </a:r>
          </a:p>
          <a:p>
            <a:pPr algn="r">
              <a:defRPr sz="1600" b="1">
                <a:solidFill>
                  <a:srgbClr val="F97316"/>
                </a:solidFill>
              </a:defRPr>
            </a:pPr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 b="1">
                <a:solidFill>
                  <a:srgbClr val="0E387A"/>
                </a:solidFill>
              </a:defRPr>
            </a:pPr>
            <a:r>
              <a:t>Problem Statement ID – </a:t>
            </a:r>
            <a:r>
              <a:rPr b="1">
                <a:solidFill>
                  <a:srgbClr val="F97316"/>
                </a:solidFill>
              </a:rPr>
              <a:t>SIH26145</a:t>
            </a:r>
          </a:p>
          <a:p>
            <a:pPr>
              <a:spcAft>
                <a:spcPts val="800"/>
              </a:spcAft>
              <a:defRPr sz="1300" b="1">
                <a:solidFill>
                  <a:srgbClr val="0E387A"/>
                </a:solidFill>
              </a:defRPr>
            </a:pPr>
            <a:r>
              <a:t>Problem Statement Title – </a:t>
            </a:r>
            <a:r>
              <a:rPr b="0">
                <a:solidFill>
                  <a:srgbClr val="1B263B"/>
                </a:solidFill>
              </a:rPr>
              <a:t>AI-Based Detection of Cyber Threats in Unidirectional IP Traffic</a:t>
            </a:r>
          </a:p>
          <a:p>
            <a:pPr>
              <a:spcAft>
                <a:spcPts val="800"/>
              </a:spcAft>
              <a:defRPr sz="1300" b="1">
                <a:solidFill>
                  <a:srgbClr val="0E387A"/>
                </a:solidFill>
              </a:defRPr>
            </a:pPr>
            <a:r>
              <a:t>Theme – </a:t>
            </a:r>
            <a:r>
              <a:rPr b="0">
                <a:solidFill>
                  <a:srgbClr val="1B263B"/>
                </a:solidFill>
              </a:rPr>
              <a:t>Blockchain &amp; Cybersecurity</a:t>
            </a:r>
          </a:p>
          <a:p>
            <a:pPr>
              <a:spcAft>
                <a:spcPts val="800"/>
              </a:spcAft>
              <a:defRPr sz="1300" b="1">
                <a:solidFill>
                  <a:srgbClr val="0E387A"/>
                </a:solidFill>
              </a:defRPr>
            </a:pPr>
            <a:r>
              <a:t>PS Category – </a:t>
            </a:r>
            <a:r>
              <a:rPr b="0">
                <a:solidFill>
                  <a:srgbClr val="1B263B"/>
                </a:solidFill>
              </a:rPr>
              <a:t>Software</a:t>
            </a:r>
          </a:p>
          <a:p>
            <a:pPr>
              <a:spcAft>
                <a:spcPts val="800"/>
              </a:spcAft>
              <a:defRPr sz="1300" b="1">
                <a:solidFill>
                  <a:srgbClr val="0E387A"/>
                </a:solidFill>
              </a:defRPr>
            </a:pPr>
            <a:r>
              <a:t>Organization – </a:t>
            </a:r>
            <a:r>
              <a:rPr b="0">
                <a:solidFill>
                  <a:srgbClr val="1B263B"/>
                </a:solidFill>
              </a:rPr>
              <a:t>National Technical Research Organisation (NTRO)</a:t>
            </a:r>
          </a:p>
          <a:p>
            <a:pPr>
              <a:spcAft>
                <a:spcPts val="800"/>
              </a:spcAft>
              <a:defRPr sz="1300" b="1">
                <a:solidFill>
                  <a:srgbClr val="0E387A"/>
                </a:solidFill>
              </a:defRPr>
            </a:pPr>
            <a:r>
              <a:t>Team ID – </a:t>
            </a:r>
            <a:r>
              <a:rPr b="0">
                <a:solidFill>
                  <a:srgbClr val="F97316"/>
                </a:solidFill>
              </a:rPr>
              <a:t>SIH26-GALAXY</a:t>
            </a:r>
          </a:p>
          <a:p>
            <a:pPr>
              <a:spcAft>
                <a:spcPts val="800"/>
              </a:spcAft>
              <a:defRPr sz="1300" b="1">
                <a:solidFill>
                  <a:srgbClr val="0E387A"/>
                </a:solidFill>
              </a:defRPr>
            </a:pPr>
            <a:r>
              <a:t>Team Name – </a:t>
            </a:r>
            <a:r>
              <a:rPr b="1">
                <a:solidFill>
                  <a:srgbClr val="F97316"/>
                </a:solidFill>
              </a:rPr>
              <a:t>Galaxy Coders</a:t>
            </a:r>
          </a:p>
          <a:p>
            <a:pPr>
              <a:spcAft>
                <a:spcPts val="800"/>
              </a:spcAft>
              <a:defRPr sz="1300" b="1">
                <a:solidFill>
                  <a:srgbClr val="0E387A"/>
                </a:solidFill>
              </a:defRPr>
            </a:pPr>
            <a:r>
              <a:t>Solution Title – </a:t>
            </a:r>
            <a:r>
              <a:rPr b="1">
                <a:solidFill>
                  <a:srgbClr val="1B263B"/>
                </a:solidFill>
              </a:rPr>
              <a:t>ARGUS-ONE // CYBERSHIELD Enclave v2.4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50292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tre_cyber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700784"/>
            <a:ext cx="4919472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57790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E387A"/>
                </a:solidFill>
              </a:defRPr>
            </a:pPr>
            <a:r>
              <a:t>ARGUS-ONE // High-Throughput AI Unidirectional Threat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E387A"/>
                </a:solidFill>
              </a:defRPr>
            </a:pPr>
            <a:r>
              <a:t>ARGUS-ONE: AI-POWERED THREAT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Team Name:</a:t>
            </a:r>
          </a:p>
          <a:p>
            <a:pPr algn="ctr">
              <a:defRPr sz="1000" b="1">
                <a:solidFill>
                  <a:srgbClr val="0E387A"/>
                </a:solidFill>
              </a:defRPr>
            </a:pPr>
            <a:r>
              <a:t>Galaxy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E387A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F97316"/>
                </a:solidFill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4A5568"/>
                </a:solidFill>
              </a:defRPr>
            </a:pPr>
            <a:r>
              <a:t>SIH26145 // 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8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387A"/>
                </a:solidFill>
              </a:defRPr>
            </a:pPr>
            <a:r>
              <a:t>PROPOSED SOLUTION</a:t>
            </a:r>
          </a:p>
          <a:p>
            <a:pPr>
              <a:spcAft>
                <a:spcPts val="400"/>
              </a:spcAft>
              <a:defRPr sz="1050">
                <a:solidFill>
                  <a:srgbClr val="1B263B"/>
                </a:solidFill>
              </a:defRPr>
            </a:pPr>
            <a:r>
              <a:t>• Passive, read-only monitoring of one-directional IP traffic.</a:t>
            </a:r>
          </a:p>
          <a:p>
            <a:pPr>
              <a:spcAft>
                <a:spcPts val="400"/>
              </a:spcAft>
              <a:defRPr sz="1050">
                <a:solidFill>
                  <a:srgbClr val="1B263B"/>
                </a:solidFill>
              </a:defRPr>
            </a:pPr>
            <a:r>
              <a:t>• Extracts flow, timing, protocol and metadata features without sending traffic back.</a:t>
            </a:r>
          </a:p>
          <a:p>
            <a:pPr>
              <a:spcAft>
                <a:spcPts val="400"/>
              </a:spcAft>
              <a:defRPr sz="1050">
                <a:solidFill>
                  <a:srgbClr val="1B263B"/>
                </a:solidFill>
              </a:defRPr>
            </a:pPr>
            <a:r>
              <a:t>• AI/ML-based anomaly and threat classification with confidence/risk scoring.</a:t>
            </a:r>
          </a:p>
          <a:p>
            <a:pPr>
              <a:spcAft>
                <a:spcPts val="400"/>
              </a:spcAft>
              <a:defRPr sz="1050">
                <a:solidFill>
                  <a:srgbClr val="1B263B"/>
                </a:solidFill>
              </a:defRPr>
            </a:pPr>
            <a:r>
              <a:t>• Live Web SOC dashboard presents real-time alerts, severity, evidence and traffic insights.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387A"/>
                </a:solidFill>
              </a:defRPr>
            </a:pPr>
            <a:r>
              <a:t>INNOVATION &amp; CORE PARADIGM</a:t>
            </a:r>
          </a:p>
          <a:p>
            <a:pPr>
              <a:defRPr sz="1000">
                <a:solidFill>
                  <a:srgbClr val="1B263B"/>
                </a:solidFill>
              </a:defRPr>
            </a:pPr>
            <a:r>
              <a:t>Threat intelligence from observation only: detect complex adversarial behaviors (C2 beacons, DNS exfiltration tunnels, and JA4 TLS malware profiles) without contacting or acknowledging the protected source, preserving complete air-gap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ta_diode_hardw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809744"/>
            <a:ext cx="5193792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144768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E387A"/>
                </a:solidFill>
              </a:defRPr>
            </a:pPr>
            <a:r>
              <a:t>Physical Optical Data Diode TAP (Rx-Only Photodiode / Zero Backchannel)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949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WHY IT FITS THE PROBLEM</a:t>
            </a:r>
          </a:p>
          <a:p>
            <a:pPr algn="ctr">
              <a:defRPr sz="850">
                <a:solidFill>
                  <a:srgbClr val="1B263B"/>
                </a:solidFill>
              </a:defRPr>
            </a:pPr>
            <a:r>
              <a:t>Works inside the isolated monitoring enclave — no probing, handshake completion, inline blocking or return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23160"/>
            <a:ext cx="260604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514600"/>
            <a:ext cx="23865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DDOS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Rate, destination SYN ratio and protocol behavior.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Detects volumetric floods &gt;75% SYN ratio without session completion.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423160"/>
            <a:ext cx="260604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2514600"/>
            <a:ext cx="23865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C2 BEACONING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Periodicity &amp; Inter-Arrival Time (IAT) analysis.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Coefficient of Variation (CV &lt; 0.15) detects automated Cobalt Strike callbacks.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34840"/>
            <a:ext cx="260604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4526280"/>
            <a:ext cx="23865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DGA / DNS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Query entropy, n-grams and domain anomalies.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Fast Shannon entropy (H &gt; 3.65) detects base32/64 exfiltration tunnels.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4434840"/>
            <a:ext cx="260604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4526280"/>
            <a:ext cx="23865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ENCRYPTED TRAFFIC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TLS ClientHello metadata &amp; JA4+ fingerprints.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Matches adversary C2 signatures (RFC 8701 GREASE stripped) without payload decryption.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E387A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Team Name:</a:t>
            </a:r>
          </a:p>
          <a:p>
            <a:pPr algn="ctr">
              <a:defRPr sz="1000" b="1">
                <a:solidFill>
                  <a:srgbClr val="0E387A"/>
                </a:solidFill>
              </a:defRPr>
            </a:pPr>
            <a:r>
              <a:t>Galaxy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E387A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F97316"/>
                </a:solidFill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4A5568"/>
                </a:solidFill>
              </a:defRPr>
            </a:pPr>
            <a:r>
              <a:t>SIH26145 // 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8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387A"/>
                </a:solidFill>
              </a:defRPr>
            </a:pPr>
            <a:r>
              <a:t>TECHNOLOGIES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Python 3.13 + Fast Async/Uvicorn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16-Shard Hash Partitioning Engine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Fast Shannon Entropy &amp; IAT Analysis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JA4+ RFC 8701 TLS Fingerprinting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MITRE ATT&amp;CK Matrix Triage (14 Tactics)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Live Web SOC (WebSocket + Canvas Radar)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0876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387A"/>
                </a:solidFill>
              </a:defRPr>
            </a:pPr>
            <a:r>
              <a:t>IMPLEMENTATION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874519"/>
            <a:ext cx="1133856" cy="777240"/>
          </a:xfrm>
          <a:prstGeom prst="roundRect">
            <a:avLst/>
          </a:prstGeom>
          <a:solidFill>
            <a:srgbClr val="0E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1. One-way</a:t>
            </a:r>
            <a:br/>
            <a:r>
              <a:t>Traffic / PCAP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9824" y="1874519"/>
            <a:ext cx="1133856" cy="7772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2. Read-only</a:t>
            </a:r>
            <a:br/>
            <a:r>
              <a:t>Ingest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3408" y="1874519"/>
            <a:ext cx="1133856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3. Feature</a:t>
            </a:r>
            <a:br/>
            <a:r>
              <a:t>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874519"/>
            <a:ext cx="1133856" cy="7772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4. AI/ML</a:t>
            </a:r>
            <a:br/>
            <a:r>
              <a:t>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1874519"/>
            <a:ext cx="1133856" cy="7772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5. Threat +</a:t>
            </a:r>
            <a:br/>
            <a:r>
              <a:t>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24160" y="1874519"/>
            <a:ext cx="1133856" cy="777240"/>
          </a:xfrm>
          <a:prstGeom prst="roundRect">
            <a:avLst/>
          </a:prstGeom>
          <a:solidFill>
            <a:srgbClr val="0E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6. Dashboard</a:t>
            </a:r>
            <a:br/>
            <a:r>
              <a:t>Alerts &amp;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40"/>
            <a:ext cx="36576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cket_dis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889504"/>
            <a:ext cx="3547872" cy="3200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0533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E387A"/>
                </a:solidFill>
              </a:defRPr>
            </a:pPr>
            <a:r>
              <a:t>Zero-Copy PCAP Wire Protocol Dissector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88920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387A"/>
                </a:solidFill>
              </a:defRPr>
            </a:pPr>
            <a:r>
              <a:t>DETECTION LOGIC &amp; MATHEMATICAL HEURISTICS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5468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246120"/>
            <a:ext cx="2157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DDOS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Flow rate + destination ratio + source entropy (&gt;75% SYN ratio triggers instant P0 alert).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6288" y="315468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3246120"/>
            <a:ext cx="2157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C2 BEACONING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Periodic flows + Inter-Arrival Time deltas (CV = σ / μ &lt; 0.15 indicates implant callback).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63456" y="315468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4" y="3246120"/>
            <a:ext cx="2157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DGA / DNS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Query entropy (H &gt; 3.65) + length + n-grams detect Base32/64 exfiltration tunneling.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727448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4818888"/>
            <a:ext cx="2157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TLS / QUIC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JA4 ClientHello metadata, sorted cipher suites SHA-256 digests &amp; size/timing.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76288" y="4727448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4818888"/>
            <a:ext cx="2157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E387A"/>
                </a:solidFill>
              </a:defRPr>
            </a:pPr>
            <a:r>
              <a:t>RECON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Fan-out across hosts &amp; ports (cardinality &gt;25 ports / 15 targets in 3.0s window).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63456" y="4727448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4" y="4818888"/>
            <a:ext cx="2157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97316"/>
                </a:solidFill>
              </a:defRPr>
            </a:pPr>
            <a:r>
              <a:t>EXFILTRATION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Asymmetric volume anomalies, high-entropy query payload egress &amp; Merkle audit.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E387A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Team Name:</a:t>
            </a:r>
          </a:p>
          <a:p>
            <a:pPr algn="ctr">
              <a:defRPr sz="1000" b="1">
                <a:solidFill>
                  <a:srgbClr val="0E387A"/>
                </a:solidFill>
              </a:defRPr>
            </a:pPr>
            <a:r>
              <a:t>Galaxy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E387A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F97316"/>
                </a:solidFill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4A5568"/>
                </a:solidFill>
              </a:defRPr>
            </a:pPr>
            <a:r>
              <a:t>SIH26145 // 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8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33009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TECHNICAL FEASIBILITY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Passive traffic replayed seamlessly from PCAP/live mirror TAP.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Features extracted purely from headers without payload decryption.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Deterministic sliding window algorithms score incrementally.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Zero-allocation __slots__ model maintains sub-110ms processing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645920"/>
            <a:ext cx="33009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E387A"/>
                </a:solidFill>
              </a:defRPr>
            </a:pPr>
            <a:r>
              <a:t>OPERATIONAL FEASIBILITY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Read-only architecture strictly preserves physical isolation.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Zero active probing or return packets emitted back to source.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Modular architecture supports both field deployment and lab replay.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SIEM exporters stream CEF &amp; Syslog logs without blocking.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645920"/>
            <a:ext cx="33009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SCALABILITY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16-shard hash partitioning distributes state across lock cores.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Benchmarked throughput: 25,000–50,000+ packets/second sustained.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Detectors execute asynchronously across decoupled sliding windows.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Scales to enterprise-grade isolated SOC monitoring enclaves.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CHALLENGES /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749039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MITIGATION STRATEGIES (ENGINEERED IN ARGUS-ONE)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53949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517550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IDENTIFIED CHALLENGES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1. False positives from legitimate periodic NTP or heartbeat traffic.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2. Encrypted TLS/QUIC traffic limits application payload visibility.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3. High-throughput ingress can cause thread lock contention &amp; buffer drops.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4. Adversaries tampering with local alert logs in isolated enclaves.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14800"/>
            <a:ext cx="53949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4206240"/>
            <a:ext cx="517550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PROVEN ARCHITECTURAL MITIGATIONS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1. Coefficient of Variation (CV) + duration filters isolate automated malware.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2. JA4+ TLS ClientHello fingerprinting &amp; ALPN parsing bypass encryption.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3. 16-shard micro-batch hashing amortizes locks, reaching 50k+ pps capacity.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4. Merkle hash-chaining (SHA-256 sequential seals) prevents log tampering.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E387A"/>
                </a:solidFill>
              </a:defRPr>
            </a:pPr>
            <a: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Team Name:</a:t>
            </a:r>
          </a:p>
          <a:p>
            <a:pPr algn="ctr">
              <a:defRPr sz="1000" b="1">
                <a:solidFill>
                  <a:srgbClr val="0E387A"/>
                </a:solidFill>
              </a:defRPr>
            </a:pPr>
            <a:r>
              <a:t>Galaxy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E387A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F97316"/>
                </a:solidFill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4A5568"/>
                </a:solidFill>
              </a:defRPr>
            </a:pPr>
            <a:r>
              <a:t>SIH26145 // 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8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387A"/>
                </a:solidFill>
              </a:defRPr>
            </a:pPr>
            <a:r>
              <a:t>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Critical-infrastructure security teams (Defense, NTRO, Power Grids)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Security Operations Centers (SOC) &amp; Air-Gapped Data Enclaves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Network / incident-response analysts requiring passive attribution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Government &amp; intelligence organizations using optical data diodes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457200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c_dashboard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255264"/>
            <a:ext cx="4462272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59612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E387A"/>
                </a:solidFill>
              </a:defRPr>
            </a:pPr>
            <a:r>
              <a:t>Live Production Web SOC Dashboard: Threat Radar &amp;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50876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387A"/>
                </a:solidFill>
              </a:defRPr>
            </a:pPr>
            <a:r>
              <a:t>KEY BENEFITS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874519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1965959"/>
            <a:ext cx="17922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SECURITY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Earlier visibility into DDoS, C2 beacons, reconnaissance &amp; DNS exfiltration.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8" y="1874519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6096" y="1965959"/>
            <a:ext cx="17922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ISOLATION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Maintains strict one-way monitoring without creating any return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7776" y="1874519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1965959"/>
            <a:ext cx="17922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E387A"/>
                </a:solidFill>
              </a:defRPr>
            </a:pPr>
            <a:r>
              <a:t>ANALYST VALUE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Alerts include threat class, confidence, evidence &amp; MITRE ATT&amp;CK mapping.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337559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3428999"/>
            <a:ext cx="17922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FORENSICS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Structured records and Merkle hash-chaining support tamper-evident audit.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3337559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3428999"/>
            <a:ext cx="17922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SCALABILITY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Streaming 16-shard architecture easily extends with additional AI detectors.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37776" y="3337559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47504" y="3428999"/>
            <a:ext cx="17922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97316"/>
                </a:solidFill>
              </a:defRPr>
            </a:pPr>
            <a:r>
              <a:t>COST</a:t>
            </a:r>
          </a:p>
          <a:p>
            <a:pPr algn="ctr">
              <a:defRPr sz="950">
                <a:solidFill>
                  <a:srgbClr val="1B263B"/>
                </a:solidFill>
              </a:defRPr>
            </a:pPr>
            <a:r>
              <a:t>Software analytics run on commodity hardware, complementing existing optical diodes.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43600"/>
            <a:ext cx="11091672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387A"/>
                </a:solidFill>
              </a:defRPr>
            </a:pPr>
            <a:r>
              <a:t>Overall outcome: turn one-way network visibility into actionable cyber-threat intelligence without compromising the isolation boundary.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E387A"/>
                </a:solidFill>
              </a:defRPr>
            </a:pPr>
            <a:r>
              <a:t>RESEARCH, REFERENCES &amp; LIVE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Team Name:</a:t>
            </a:r>
          </a:p>
          <a:p>
            <a:pPr algn="ctr">
              <a:defRPr sz="1000" b="1">
                <a:solidFill>
                  <a:srgbClr val="0E387A"/>
                </a:solidFill>
              </a:defRPr>
            </a:pPr>
            <a:r>
              <a:t>Galaxy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E387A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F97316"/>
                </a:solidFill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4A5568"/>
                </a:solidFill>
              </a:defRPr>
            </a:pPr>
            <a:r>
              <a:t>SIH26145 // 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8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E387A"/>
                </a:solidFill>
              </a:defRPr>
            </a:pPr>
            <a:r>
              <a:t>PRIMARY PROBLEM REFERENCE</a:t>
            </a:r>
          </a:p>
          <a:p>
            <a:pPr>
              <a:defRPr sz="1050">
                <a:solidFill>
                  <a:srgbClr val="1B263B"/>
                </a:solidFill>
              </a:defRPr>
            </a:pPr>
            <a:r>
              <a:t>Smart India Hackathon 2026 — PS SIH26145: “AI-Based Detection of Cyber Threats in Unidirectional IP Traffic” — National Technical Research Organisation (NTRO).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387A"/>
                </a:solidFill>
              </a:defRPr>
            </a:pPr>
            <a:r>
              <a:t>TECHNICAL / RESEARCH REFERENCES</a:t>
            </a:r>
          </a:p>
          <a:p>
            <a:pPr>
              <a:spcAft>
                <a:spcPts val="300"/>
              </a:spcAft>
              <a:defRPr sz="1000">
                <a:solidFill>
                  <a:srgbClr val="1B263B"/>
                </a:solidFill>
              </a:defRPr>
            </a:pPr>
            <a:r>
              <a:t>• Smart India Hackathon 2026 problem statement &amp; expected requirements.</a:t>
            </a:r>
          </a:p>
          <a:p>
            <a:pPr>
              <a:spcAft>
                <a:spcPts val="300"/>
              </a:spcAft>
              <a:defRPr sz="1000">
                <a:solidFill>
                  <a:srgbClr val="1B263B"/>
                </a:solidFill>
              </a:defRPr>
            </a:pPr>
            <a:r>
              <a:t>• CIC-IDS2017 — benchmark intrusion dataset for experimentation &amp; validation.</a:t>
            </a:r>
          </a:p>
          <a:p>
            <a:pPr>
              <a:spcAft>
                <a:spcPts val="300"/>
              </a:spcAft>
              <a:defRPr sz="1000">
                <a:solidFill>
                  <a:srgbClr val="1B263B"/>
                </a:solidFill>
              </a:defRPr>
            </a:pPr>
            <a:r>
              <a:t>• Zeek / Bro — network security monitoring &amp; flow metadata analysis.</a:t>
            </a:r>
          </a:p>
          <a:p>
            <a:pPr>
              <a:spcAft>
                <a:spcPts val="300"/>
              </a:spcAft>
              <a:defRPr sz="1000">
                <a:solidFill>
                  <a:srgbClr val="1B263B"/>
                </a:solidFill>
              </a:defRPr>
            </a:pPr>
            <a:r>
              <a:t>• Scapy &amp; DPDK — high-speed packet capture &amp; wire experimentation.</a:t>
            </a:r>
          </a:p>
          <a:p>
            <a:pPr>
              <a:spcAft>
                <a:spcPts val="300"/>
              </a:spcAft>
              <a:defRPr sz="1000">
                <a:solidFill>
                  <a:srgbClr val="1B263B"/>
                </a:solidFill>
              </a:defRPr>
            </a:pPr>
            <a:r>
              <a:t>• Fox-IT JA4+ (RFC 8701) — cryptographic TLS client fingerprinting.</a:t>
            </a:r>
          </a:p>
          <a:p>
            <a:pPr>
              <a:spcAft>
                <a:spcPts val="300"/>
              </a:spcAft>
              <a:defRPr sz="1000">
                <a:solidFill>
                  <a:srgbClr val="1B263B"/>
                </a:solidFill>
              </a:defRPr>
            </a:pPr>
            <a:r>
              <a:t>• MITRE ATT&amp;CK v14 Enterprise Matrix for automated threat actor mapping.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23160"/>
            <a:ext cx="54864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2514600"/>
            <a:ext cx="526694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VERIFIED LIVE DEPLOYMENT &amp; PROOF OF CONCEPT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Live Worldwide Enclave: https://red-avi-object-email.trycloudflare.com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  (Full 16-shard telemetry, live WebSocket, threat radar, and attack injection)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Permanent 24/7 Edge Hosting: https://saicharan-nayak.github.io/unidirectional-threat-engine/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  (Automated GitHub Pages CI/CD with client-side simulation engine fallback)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GitHub Source Code Repository: SAICHARAN-NAYAK/unidirectional-threat-engine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  (Complete engine, tests, benchmarks, and Android Studio native project)</a:t>
            </a: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B263B"/>
                </a:solidFill>
              </a:defRPr>
            </a:pPr>
            <a:r>
              <a:t>• Android Studio Native App: android_studio_app/ container with one-click launcher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60"/>
            <a:ext cx="11091672" cy="411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387A"/>
                </a:solidFill>
              </a:defRPr>
            </a:pPr>
            <a:r>
              <a:t>Design principle: read-only ingest • no return path • no payload decryption • streaming detection • structured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